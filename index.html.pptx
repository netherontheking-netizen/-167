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DM Sans Medium"/>
      <p:regular r:id="rId24"/>
      <p:bold r:id="rId25"/>
      <p:italic r:id="rId26"/>
      <p:boldItalic r:id="rId27"/>
    </p:embeddedFont>
    <p:embeddedFont>
      <p:font typeface="Abril Fatface"/>
      <p:regular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DMSansMedium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Medium-italic.fntdata"/><Relationship Id="rId25" Type="http://schemas.openxmlformats.org/officeDocument/2006/relationships/font" Target="fonts/DMSansMedium-bold.fntdata"/><Relationship Id="rId28" Type="http://schemas.openxmlformats.org/officeDocument/2006/relationships/font" Target="fonts/AbrilFatface-regular.fntdata"/><Relationship Id="rId27" Type="http://schemas.openxmlformats.org/officeDocument/2006/relationships/font" Target="fonts/DM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491d3b13_9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491d3b13_9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491d3b13_9_8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fc2529fd34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2fc2529fd34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c2529fd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2fc2529fd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c2529fd34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2fc2529fd34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fc2529fd34_0_8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2fc2529fd34_0_8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fc2529fd34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2fc2529fd34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fc2529fd34_0_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7" name="Google Shape;487;g2fc2529fd34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fc2529fd34_0_8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g2fc2529fd34_0_8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570300" y="1024650"/>
            <a:ext cx="11051400" cy="5339700"/>
          </a:xfrm>
          <a:prstGeom prst="roundRect">
            <a:avLst>
              <a:gd fmla="val 5654" name="adj"/>
            </a:avLst>
          </a:prstGeom>
          <a:solidFill>
            <a:schemeClr val="lt2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411500" y="3410950"/>
            <a:ext cx="9369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1411500" y="14405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marR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ldrich"/>
              <a:buNone/>
              <a:defRPr sz="5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5" name="Google Shape;25;p3"/>
          <p:cNvSpPr/>
          <p:nvPr/>
        </p:nvSpPr>
        <p:spPr>
          <a:xfrm>
            <a:off x="570300" y="488850"/>
            <a:ext cx="11051400" cy="354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33350" y="560700"/>
            <a:ext cx="210900" cy="2109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29525" y="560700"/>
            <a:ext cx="210900" cy="210900"/>
          </a:xfrm>
          <a:prstGeom prst="ellipse">
            <a:avLst/>
          </a:prstGeom>
          <a:solidFill>
            <a:schemeClr val="accent2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325700" y="560700"/>
            <a:ext cx="210900" cy="210900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>
            <p:ph idx="2" type="pic"/>
          </p:nvPr>
        </p:nvSpPr>
        <p:spPr>
          <a:xfrm>
            <a:off x="814800" y="3948975"/>
            <a:ext cx="10562400" cy="2214000"/>
          </a:xfrm>
          <a:prstGeom prst="roundRect">
            <a:avLst>
              <a:gd fmla="val 13849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3"/>
          <p:cNvSpPr/>
          <p:nvPr/>
        </p:nvSpPr>
        <p:spPr>
          <a:xfrm flipH="1">
            <a:off x="9706475" y="1288125"/>
            <a:ext cx="1670713" cy="313339"/>
          </a:xfrm>
          <a:custGeom>
            <a:rect b="b" l="l" r="r" t="t"/>
            <a:pathLst>
              <a:path extrusionOk="0" h="126219" w="745854">
                <a:moveTo>
                  <a:pt x="16453" y="39"/>
                </a:moveTo>
                <a:cubicBezTo>
                  <a:pt x="12534" y="-243"/>
                  <a:pt x="8499" y="1005"/>
                  <a:pt x="5294" y="3784"/>
                </a:cubicBezTo>
                <a:cubicBezTo>
                  <a:pt x="-1139" y="9345"/>
                  <a:pt x="-1785" y="19056"/>
                  <a:pt x="3772" y="25475"/>
                </a:cubicBezTo>
                <a:lnTo>
                  <a:pt x="83963" y="118071"/>
                </a:lnTo>
                <a:cubicBezTo>
                  <a:pt x="90096" y="125136"/>
                  <a:pt x="101025" y="125122"/>
                  <a:pt x="107158" y="118071"/>
                </a:cubicBezTo>
                <a:lnTo>
                  <a:pt x="173308" y="42121"/>
                </a:lnTo>
                <a:lnTo>
                  <a:pt x="242039" y="116341"/>
                </a:lnTo>
                <a:cubicBezTo>
                  <a:pt x="248219" y="123012"/>
                  <a:pt x="258779" y="122858"/>
                  <a:pt x="264819" y="116053"/>
                </a:cubicBezTo>
                <a:lnTo>
                  <a:pt x="332975" y="39094"/>
                </a:lnTo>
                <a:lnTo>
                  <a:pt x="397902" y="115981"/>
                </a:lnTo>
                <a:cubicBezTo>
                  <a:pt x="403943" y="123125"/>
                  <a:pt x="414872" y="123252"/>
                  <a:pt x="421097" y="116270"/>
                </a:cubicBezTo>
                <a:lnTo>
                  <a:pt x="489553" y="39454"/>
                </a:lnTo>
                <a:lnTo>
                  <a:pt x="556117" y="120593"/>
                </a:lnTo>
                <a:cubicBezTo>
                  <a:pt x="562227" y="128034"/>
                  <a:pt x="573571" y="128106"/>
                  <a:pt x="579750" y="120736"/>
                </a:cubicBezTo>
                <a:lnTo>
                  <a:pt x="646914" y="40823"/>
                </a:lnTo>
                <a:lnTo>
                  <a:pt x="719036" y="120522"/>
                </a:lnTo>
                <a:cubicBezTo>
                  <a:pt x="724730" y="126817"/>
                  <a:pt x="734506" y="127299"/>
                  <a:pt x="740801" y="121601"/>
                </a:cubicBezTo>
                <a:cubicBezTo>
                  <a:pt x="747095" y="115903"/>
                  <a:pt x="747580" y="106138"/>
                  <a:pt x="741862" y="99840"/>
                </a:cubicBezTo>
                <a:lnTo>
                  <a:pt x="657935" y="7100"/>
                </a:lnTo>
                <a:cubicBezTo>
                  <a:pt x="651687" y="186"/>
                  <a:pt x="640735" y="394"/>
                  <a:pt x="634740" y="7533"/>
                </a:cubicBezTo>
                <a:lnTo>
                  <a:pt x="568153" y="86796"/>
                </a:lnTo>
                <a:lnTo>
                  <a:pt x="501934" y="6090"/>
                </a:lnTo>
                <a:cubicBezTo>
                  <a:pt x="495962" y="-1211"/>
                  <a:pt x="484872" y="-1462"/>
                  <a:pt x="478601" y="5587"/>
                </a:cubicBezTo>
                <a:lnTo>
                  <a:pt x="410007" y="82546"/>
                </a:lnTo>
                <a:lnTo>
                  <a:pt x="345010" y="5658"/>
                </a:lnTo>
                <a:cubicBezTo>
                  <a:pt x="338970" y="-1501"/>
                  <a:pt x="327948" y="-1573"/>
                  <a:pt x="321746" y="5442"/>
                </a:cubicBezTo>
                <a:lnTo>
                  <a:pt x="252991" y="82977"/>
                </a:lnTo>
                <a:lnTo>
                  <a:pt x="184190" y="8686"/>
                </a:lnTo>
                <a:cubicBezTo>
                  <a:pt x="177988" y="1976"/>
                  <a:pt x="167359" y="2149"/>
                  <a:pt x="161341" y="9046"/>
                </a:cubicBezTo>
                <a:lnTo>
                  <a:pt x="95561" y="84564"/>
                </a:lnTo>
                <a:lnTo>
                  <a:pt x="26967" y="5370"/>
                </a:lnTo>
                <a:cubicBezTo>
                  <a:pt x="24200" y="2160"/>
                  <a:pt x="20373" y="318"/>
                  <a:pt x="16453" y="39"/>
                </a:cubicBez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887524" y="2967775"/>
            <a:ext cx="539666" cy="630879"/>
          </a:xfrm>
          <a:custGeom>
            <a:rect b="b" l="l" r="r" t="t"/>
            <a:pathLst>
              <a:path extrusionOk="0" h="434340" w="434339">
                <a:moveTo>
                  <a:pt x="217170" y="434340"/>
                </a:moveTo>
                <a:cubicBezTo>
                  <a:pt x="217170" y="434340"/>
                  <a:pt x="217360" y="325565"/>
                  <a:pt x="163068" y="271272"/>
                </a:cubicBezTo>
                <a:cubicBezTo>
                  <a:pt x="108775" y="216979"/>
                  <a:pt x="0" y="217170"/>
                  <a:pt x="0" y="217170"/>
                </a:cubicBezTo>
                <a:cubicBezTo>
                  <a:pt x="0" y="217170"/>
                  <a:pt x="108775" y="217361"/>
                  <a:pt x="163068" y="163068"/>
                </a:cubicBezTo>
                <a:cubicBezTo>
                  <a:pt x="217360" y="108775"/>
                  <a:pt x="217170" y="0"/>
                  <a:pt x="217170" y="0"/>
                </a:cubicBezTo>
                <a:cubicBezTo>
                  <a:pt x="217170" y="0"/>
                  <a:pt x="216979" y="108775"/>
                  <a:pt x="271272" y="163068"/>
                </a:cubicBezTo>
                <a:cubicBezTo>
                  <a:pt x="325564" y="217361"/>
                  <a:pt x="434340" y="217170"/>
                  <a:pt x="434340" y="217170"/>
                </a:cubicBezTo>
                <a:cubicBezTo>
                  <a:pt x="434340" y="217170"/>
                  <a:pt x="325564" y="216979"/>
                  <a:pt x="271272" y="271272"/>
                </a:cubicBezTo>
                <a:cubicBezTo>
                  <a:pt x="216979" y="325660"/>
                  <a:pt x="217170" y="434340"/>
                  <a:pt x="217170" y="434340"/>
                </a:cubicBezTo>
                <a:close/>
              </a:path>
            </a:pathLst>
          </a:custGeom>
          <a:solidFill>
            <a:schemeClr val="accent2"/>
          </a:solidFill>
          <a:ln cap="rnd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14800" y="2967775"/>
            <a:ext cx="393000" cy="339900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1123450" y="3307675"/>
            <a:ext cx="393000" cy="339900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0636500" y="3429000"/>
            <a:ext cx="393077" cy="443027"/>
          </a:xfrm>
          <a:custGeom>
            <a:rect b="b" l="l" r="r" t="t"/>
            <a:pathLst>
              <a:path extrusionOk="0" h="434340" w="434339">
                <a:moveTo>
                  <a:pt x="217170" y="434340"/>
                </a:moveTo>
                <a:cubicBezTo>
                  <a:pt x="217170" y="434340"/>
                  <a:pt x="217360" y="325565"/>
                  <a:pt x="163068" y="271272"/>
                </a:cubicBezTo>
                <a:cubicBezTo>
                  <a:pt x="108775" y="216979"/>
                  <a:pt x="0" y="217170"/>
                  <a:pt x="0" y="217170"/>
                </a:cubicBezTo>
                <a:cubicBezTo>
                  <a:pt x="0" y="217170"/>
                  <a:pt x="108775" y="217361"/>
                  <a:pt x="163068" y="163068"/>
                </a:cubicBezTo>
                <a:cubicBezTo>
                  <a:pt x="217360" y="108775"/>
                  <a:pt x="217170" y="0"/>
                  <a:pt x="217170" y="0"/>
                </a:cubicBezTo>
                <a:cubicBezTo>
                  <a:pt x="217170" y="0"/>
                  <a:pt x="216979" y="108775"/>
                  <a:pt x="271272" y="163068"/>
                </a:cubicBezTo>
                <a:cubicBezTo>
                  <a:pt x="325564" y="217361"/>
                  <a:pt x="434340" y="217170"/>
                  <a:pt x="434340" y="217170"/>
                </a:cubicBezTo>
                <a:cubicBezTo>
                  <a:pt x="434340" y="217170"/>
                  <a:pt x="325564" y="216979"/>
                  <a:pt x="271272" y="271272"/>
                </a:cubicBezTo>
                <a:cubicBezTo>
                  <a:pt x="216979" y="325660"/>
                  <a:pt x="217170" y="434340"/>
                  <a:pt x="217170" y="434340"/>
                </a:cubicBezTo>
                <a:close/>
              </a:path>
            </a:pathLst>
          </a:custGeom>
          <a:solidFill>
            <a:schemeClr val="accent2"/>
          </a:solidFill>
          <a:ln cap="rnd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3_1_D">
  <p:cSld name="CUSTOM_1_2_1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5330950" y="384048"/>
            <a:ext cx="37206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5340096" y="2114251"/>
            <a:ext cx="2816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5340096" y="3165811"/>
            <a:ext cx="2816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3" type="body"/>
          </p:nvPr>
        </p:nvSpPr>
        <p:spPr>
          <a:xfrm>
            <a:off x="5340096" y="4226515"/>
            <a:ext cx="28164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4"/>
          <p:cNvSpPr/>
          <p:nvPr>
            <p:ph idx="4" type="pic"/>
          </p:nvPr>
        </p:nvSpPr>
        <p:spPr>
          <a:xfrm>
            <a:off x="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4"/>
          <p:cNvSpPr/>
          <p:nvPr/>
        </p:nvSpPr>
        <p:spPr>
          <a:xfrm>
            <a:off x="5336900" y="1950286"/>
            <a:ext cx="164700" cy="2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336900" y="3007561"/>
            <a:ext cx="164700" cy="2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336900" y="4064836"/>
            <a:ext cx="164700" cy="22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title="imag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6225" y="-497075"/>
            <a:ext cx="13104700" cy="1243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329750" y="76400"/>
            <a:ext cx="5320200" cy="1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נדב רותם</a:t>
            </a:r>
            <a:endParaRPr b="1" sz="45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sz="11000"/>
              <a:t>Family</a:t>
            </a:r>
            <a:endParaRPr sz="11000"/>
          </a:p>
        </p:txBody>
      </p:sp>
      <p:pic>
        <p:nvPicPr>
          <p:cNvPr id="122" name="Google Shape;122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1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174" y="255780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/>
          <p:cNvPicPr preferRelativeResize="0"/>
          <p:nvPr/>
        </p:nvPicPr>
        <p:blipFill rotWithShape="1">
          <a:blip r:embed="rId4">
            <a:alphaModFix/>
          </a:blip>
          <a:srcRect b="-10830" l="2410" r="-2410" t="10830"/>
          <a:stretch/>
        </p:blipFill>
        <p:spPr>
          <a:xfrm>
            <a:off x="9159040" y="180548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7812" y="158652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/>
          <p:nvPr/>
        </p:nvSpPr>
        <p:spPr>
          <a:xfrm>
            <a:off x="9372254" y="5808347"/>
            <a:ext cx="2514600" cy="723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652875" y="169929"/>
            <a:ext cx="6886200" cy="1518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 have one brother and one sister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5" name="Google Shape;165;p18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0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165" y="254703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2652875" y="0"/>
            <a:ext cx="6886200" cy="5625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my brother name is itay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my sister name is shachar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my mom name is inbal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 my father name is ido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19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sz="11000"/>
              <a:t>Hobbies</a:t>
            </a:r>
            <a:endParaRPr sz="11000"/>
          </a:p>
        </p:txBody>
      </p:sp>
      <p:pic>
        <p:nvPicPr>
          <p:cNvPr id="214" name="Google Shape;214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1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652875" y="169938"/>
            <a:ext cx="6886200" cy="2849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 like to play minecraft read books 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and eat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7" name="Google Shape;257;p21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2652875" y="169936"/>
            <a:ext cx="6886200" cy="30585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 like to make youtubes videos on my youtube channel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22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sz="11000"/>
              <a:t>Places</a:t>
            </a:r>
            <a:endParaRPr sz="11000"/>
          </a:p>
        </p:txBody>
      </p:sp>
      <p:pic>
        <p:nvPicPr>
          <p:cNvPr id="306" name="Google Shape;306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1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4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2652874" y="169959"/>
            <a:ext cx="6886252" cy="1189463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 live in yokneam 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9" name="Google Shape;349;p24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5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2652874" y="169959"/>
            <a:ext cx="6886252" cy="1189463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i live in earth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2" name="Google Shape;392;p25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6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90909"/>
              <a:buNone/>
            </a:pPr>
            <a:r>
              <a:rPr lang="en-US" sz="11000"/>
              <a:t>Favorite Things</a:t>
            </a:r>
            <a:endParaRPr sz="11000"/>
          </a:p>
        </p:txBody>
      </p:sp>
      <p:pic>
        <p:nvPicPr>
          <p:cNvPr id="398" name="Google Shape;398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1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7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2652874" y="169959"/>
            <a:ext cx="6886252" cy="1189463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food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27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6" name="Google Shape;44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8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2652874" y="169959"/>
            <a:ext cx="6886252" cy="1189463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win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4" name="Google Shape;484;p28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sz="11000"/>
              <a:t>My Room</a:t>
            </a:r>
            <a:endParaRPr sz="11000"/>
          </a:p>
        </p:txBody>
      </p:sp>
      <p:pic>
        <p:nvPicPr>
          <p:cNvPr id="490" name="Google Shape;490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1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2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0"/>
          <p:cNvSpPr/>
          <p:nvPr/>
        </p:nvSpPr>
        <p:spPr>
          <a:xfrm>
            <a:off x="9372254" y="5808347"/>
            <a:ext cx="2514600" cy="723901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2652875" y="169937"/>
            <a:ext cx="6886200" cy="2849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My room is next to the room that is close to my room.</a:t>
            </a:r>
            <a:endParaRPr b="1" sz="44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3" name="Google Shape;533;p30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1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-35477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551" y="606278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1519705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247909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623686" y="340991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24788" y="344014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156567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4365444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-12806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-319017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49025" y="6381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252734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3262" y="3488395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1613916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44136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687" y="-1240656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924" y="-27898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6161" y="6691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2515" y="255783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9103" y="531500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19371" y="5290739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258" y="624543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5964" y="626630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1377" y="-121829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0201" y="5341772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92715" y="443656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87931" y="63257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30831" y="348839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7337" y="160966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2553" y="-27898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7059" y="66950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790" y="255118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23891" y="537301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5336" y="4436802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2475" y="63291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87328" y="-1215975"/>
            <a:ext cx="2380952" cy="238095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1"/>
          <p:cNvSpPr/>
          <p:nvPr/>
        </p:nvSpPr>
        <p:spPr>
          <a:xfrm>
            <a:off x="9372254" y="5808347"/>
            <a:ext cx="2514600" cy="723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31"/>
          <p:cNvSpPr/>
          <p:nvPr/>
        </p:nvSpPr>
        <p:spPr>
          <a:xfrm>
            <a:off x="2652875" y="169939"/>
            <a:ext cx="6886200" cy="26478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Sometimes I sleep in my room.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6" name="Google Shape;576;p31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0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D9EEB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2"/>
          <p:cNvSpPr txBox="1"/>
          <p:nvPr>
            <p:ph type="title"/>
          </p:nvPr>
        </p:nvSpPr>
        <p:spPr>
          <a:xfrm>
            <a:off x="1411500" y="1364325"/>
            <a:ext cx="9369000" cy="19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</a:pPr>
            <a:r>
              <a:rPr lang="en-US" sz="11000"/>
              <a:t>Myself</a:t>
            </a:r>
            <a:endParaRPr sz="11000"/>
          </a:p>
        </p:txBody>
      </p:sp>
      <p:pic>
        <p:nvPicPr>
          <p:cNvPr id="582" name="Google Shape;582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2461" l="0" r="0" t="18512"/>
          <a:stretch/>
        </p:blipFill>
        <p:spPr>
          <a:xfrm>
            <a:off x="814800" y="3948975"/>
            <a:ext cx="10562400" cy="221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3686" y="-35477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551" y="606278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23686" y="1519705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551" y="247909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23686" y="3409914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24788" y="344014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788" y="156567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551" y="4365444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0551" y="-12806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4788" y="-319017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9025" y="6381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025" y="252734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262" y="3488395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3262" y="1613916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9025" y="44136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687" y="-1240656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924" y="-27898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16161" y="669190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2515" y="255783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9103" y="5315007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19371" y="5290739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258" y="6245433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5964" y="626630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1377" y="-1218291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0201" y="5341772"/>
            <a:ext cx="2380953" cy="2380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2715" y="443656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7931" y="6325712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0831" y="348839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7337" y="160966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2553" y="-278983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7059" y="669505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6790" y="2551189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3891" y="5373018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5336" y="4436802"/>
            <a:ext cx="2380953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2475" y="6329190"/>
            <a:ext cx="2380952" cy="2380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87328" y="-1215975"/>
            <a:ext cx="2380952" cy="2380953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3"/>
          <p:cNvSpPr/>
          <p:nvPr/>
        </p:nvSpPr>
        <p:spPr>
          <a:xfrm>
            <a:off x="9372254" y="5808347"/>
            <a:ext cx="2514600" cy="7239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SHOW</a:t>
            </a:r>
            <a:endParaRPr b="1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4" name="Google Shape;624;p33"/>
          <p:cNvSpPr/>
          <p:nvPr/>
        </p:nvSpPr>
        <p:spPr>
          <a:xfrm>
            <a:off x="2652875" y="169945"/>
            <a:ext cx="6886200" cy="18561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my name is nadav rotem</a:t>
            </a:r>
            <a:endParaRPr b="1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5" name="Google Shape;625;p33">
            <a:hlinkClick action="ppaction://hlinkshowjump?jump=nextslide"/>
          </p:cNvPr>
          <p:cNvSpPr/>
          <p:nvPr/>
        </p:nvSpPr>
        <p:spPr>
          <a:xfrm>
            <a:off x="9372254" y="5790866"/>
            <a:ext cx="2514600" cy="723900"/>
          </a:xfrm>
          <a:prstGeom prst="roundRect">
            <a:avLst>
              <a:gd fmla="val 16667" name="adj"/>
            </a:avLst>
          </a:prstGeom>
          <a:solidFill>
            <a:srgbClr val="00B050"/>
          </a:solidFill>
          <a:ln>
            <a:noFill/>
          </a:ln>
          <a:effectLst>
            <a:outerShdw blurRad="149987" algn="ctr" dir="8460000" dist="250190">
              <a:srgbClr val="000000">
                <a:alpha val="2705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NEXT</a:t>
            </a:r>
            <a:endParaRPr b="1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